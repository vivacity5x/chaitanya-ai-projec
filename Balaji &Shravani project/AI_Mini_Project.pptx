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SpeechRecognition/" TargetMode="External"/><Relationship Id="rId2" Type="http://schemas.openxmlformats.org/officeDocument/2006/relationships/hyperlink" Target="https://openrouter.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pi.org/project/pyttsx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GFM Calling Agent</a:t>
            </a:r>
            <a:endParaRPr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 algn="l">
              <a:buAutoNum type="arabicPeriod"/>
            </a:pP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Balaji Mukkawar   RBT23CB022</a:t>
            </a:r>
            <a:endParaRPr lang="en-US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   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Shravani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Kare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RBT23CB004</a:t>
            </a:r>
            <a:endParaRPr lang="en-US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Kavita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Systems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122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sz="2000" b="1" dirty="0" smtClean="0">
                <a:latin typeface="Times New Roman" panose="02020603050405020304" pitchFamily="18" charset="0"/>
                <a:cs typeface="Times New Roman" pitchFamily="18" charset="0"/>
              </a:rPr>
              <a:t>Objective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of the Project: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parent communication using AI.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conversational agent that behaves like a real teacher.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natural dialogue.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workload of Guardian Faculty Members (GFMs).</a:t>
            </a:r>
          </a:p>
          <a:p>
            <a:pPr marL="0" indent="0">
              <a:buNone/>
            </a:pPr>
            <a:r>
              <a:rPr sz="2000" b="1" dirty="0" smtClean="0">
                <a:latin typeface="Times New Roman" pitchFamily="18" charset="0"/>
                <a:cs typeface="Times New Roman" pitchFamily="18" charset="0"/>
              </a:rPr>
              <a:t>Scope: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 4: Quality Education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inclusive and equitable quality education by improving teacher-parent communication and student monitoring through AI automation.</a:t>
            </a:r>
          </a:p>
          <a:p>
            <a:pPr marL="0" indent="0">
              <a:buNone/>
            </a:pPr>
            <a:r>
              <a:rPr sz="18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sz="1800" b="1" dirty="0">
                <a:latin typeface="Times New Roman" pitchFamily="18" charset="0"/>
                <a:cs typeface="Times New Roman" pitchFamily="18" charset="0"/>
              </a:rPr>
              <a:t>Features:</a:t>
            </a:r>
          </a:p>
          <a:p>
            <a:pPr marL="0" indent="0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 rot="10800000" flipV="1">
            <a:off x="457200" y="4328793"/>
            <a:ext cx="889078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communication (STT + TTS).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Human-like AI responses via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call closing once conversation goal is achieved.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memory for maintaining dialogue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for multilingual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3" y="-133325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Used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523" y="1332914"/>
            <a:ext cx="8229600" cy="5222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Algorithm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Model (LLM) integrated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OpenRouter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contextual understanding and human-like conversation generation.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 inference and multi-turn dialogue.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minimal infrastructure requirements.</a:t>
            </a:r>
          </a:p>
          <a:p>
            <a:pPr marL="0" indent="0"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real-time response generation.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and polite conversation tone.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API integration and scalability.</a:t>
            </a:r>
          </a:p>
          <a:p>
            <a:pPr marL="0" indent="0">
              <a:buNone/>
            </a:pP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6942"/>
            <a:ext cx="8229600" cy="50992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Module: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parent’s voice input into text.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Response Module: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Sends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OpenRouter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and generates replies.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Module: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Converts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response into natural human voice.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Controller: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Manages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dialogue flow and automatically ends the call when the parent confirms.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Tools: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pyttsx3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OpenRouter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09458" y="1295360"/>
            <a:ext cx="8525084" cy="567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Problem Analysis: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need for automating attendance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for natural language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Coding: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Python pipeline integrating STT, AI processing, and TTS.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Testing &amp; Validation: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multiple parent responses to ensure realistic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Conclusion:</a:t>
            </a:r>
          </a:p>
          <a:p>
            <a:r>
              <a:rPr lang="en-US" sz="1800" dirty="0"/>
              <a:t>The assistant successfully informs parents, responds naturally, and ends calls automatically.</a:t>
            </a:r>
          </a:p>
          <a:p>
            <a:r>
              <a:rPr lang="en-US" sz="1800" dirty="0"/>
              <a:t>Reduces workload of faculty and saves communication time.</a:t>
            </a:r>
          </a:p>
          <a:p>
            <a:r>
              <a:rPr lang="en-US" sz="1800" dirty="0" smtClean="0"/>
              <a:t>Integration </a:t>
            </a:r>
            <a:r>
              <a:rPr lang="en-US" sz="1800" dirty="0"/>
              <a:t>with college database, GUI-based call interface, and multilingual </a:t>
            </a:r>
            <a:r>
              <a:rPr lang="en-US" sz="1800" dirty="0" smtClean="0"/>
              <a:t>expansion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842180"/>
            <a:ext cx="83622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OpenRouter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Documentation –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https://openrouter.ai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Research –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Labs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Library –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https://pypi.org/project/SpeechRecognition/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pyttsx3 Documentation –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https://pypi.org/project/pyttsx3/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244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GFM Calling Agent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Prime</dc:creator>
  <cp:keywords/>
  <dc:description>generated using python-pptx</dc:description>
  <cp:lastModifiedBy>Prime</cp:lastModifiedBy>
  <cp:revision>12</cp:revision>
  <dcterms:created xsi:type="dcterms:W3CDTF">2013-01-27T09:14:16Z</dcterms:created>
  <dcterms:modified xsi:type="dcterms:W3CDTF">2025-11-04T17:01:15Z</dcterms:modified>
  <cp:category/>
</cp:coreProperties>
</file>