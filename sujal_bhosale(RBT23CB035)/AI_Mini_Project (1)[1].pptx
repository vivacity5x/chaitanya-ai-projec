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Title of Project: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b="1" dirty="0"/>
              <a:t>AI Personal Assistant using Python and PyQt5</a:t>
            </a:r>
            <a:br>
              <a:rPr lang="en-US" sz="1600" dirty="0"/>
            </a:b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Sujal Bhosale (343)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14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Vaibhav Katwate (349)</a:t>
            </a:r>
            <a:endPara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Parul Rajwade</a:t>
            </a: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Systems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37" y="87682"/>
            <a:ext cx="941963" cy="75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536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700" b="1" dirty="0">
                <a:latin typeface="Times New Roman" pitchFamily="18" charset="0"/>
                <a:cs typeface="Times New Roman" pitchFamily="18" charset="0"/>
              </a:rPr>
              <a:t>Objective of the Project: </a:t>
            </a:r>
            <a:endParaRPr lang="en-IN" sz="17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/>
              <a:t>To design a </a:t>
            </a:r>
            <a:r>
              <a:rPr lang="en-US" sz="1400" b="1" dirty="0"/>
              <a:t>smart personal assistant</a:t>
            </a:r>
            <a:r>
              <a:rPr lang="en-US" sz="1400" dirty="0"/>
              <a:t> capable of understanding and executing user commands.</a:t>
            </a:r>
          </a:p>
          <a:p>
            <a:r>
              <a:rPr lang="en-US" sz="1400" dirty="0"/>
              <a:t>To integrate </a:t>
            </a:r>
            <a:r>
              <a:rPr lang="en-US" sz="1400" b="1" dirty="0"/>
              <a:t>speech recognition, text-to-speech</a:t>
            </a:r>
            <a:r>
              <a:rPr lang="en-US" sz="1400" dirty="0"/>
              <a:t>, and a </a:t>
            </a:r>
            <a:r>
              <a:rPr lang="en-US" sz="1400" b="1" dirty="0"/>
              <a:t>graphical interface</a:t>
            </a:r>
            <a:r>
              <a:rPr lang="en-US" sz="1400" dirty="0"/>
              <a:t> for smooth interaction.</a:t>
            </a:r>
          </a:p>
          <a:p>
            <a:r>
              <a:rPr lang="en-US" sz="1400" dirty="0"/>
              <a:t>To automate daily tasks like searching online, telling the time/date, opening files, and giving AI-based responses.</a:t>
            </a: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700" b="1" dirty="0">
                <a:latin typeface="Times New Roman" pitchFamily="18" charset="0"/>
                <a:cs typeface="Times New Roman" pitchFamily="18" charset="0"/>
              </a:rPr>
              <a:t>Scope:</a:t>
            </a:r>
            <a:endParaRPr lang="en-IN" sz="17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Can be used as a desktop voice assistant for personal productivity.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Can be upgraded into a fully functional AI chatbot or integrated with IoT devices.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Future scope includes integration with APIs (like OpenAI, Weather, or News) and mobile app versions.</a:t>
            </a:r>
          </a:p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700" b="1" dirty="0">
                <a:latin typeface="Times New Roman" pitchFamily="18" charset="0"/>
                <a:cs typeface="Times New Roman" pitchFamily="18" charset="0"/>
              </a:rPr>
              <a:t>Mapping With SDG Goal:(Provide Name of SDG goal to Which project Maps):</a:t>
            </a:r>
          </a:p>
          <a:p>
            <a:pPr marL="0" indent="0">
              <a:buNone/>
            </a:pPr>
            <a:r>
              <a:rPr lang="en-US" sz="1400" b="1" dirty="0"/>
              <a:t>Goal 9 – Industry, Innovation, and Infrastructure</a:t>
            </a:r>
            <a:br>
              <a:rPr lang="en-US" sz="1400" dirty="0"/>
            </a:br>
            <a:r>
              <a:rPr lang="en-US" sz="1400" dirty="0"/>
              <a:t>This project encourages innovation in AI-based automation and supports digital infrastructure development.</a:t>
            </a:r>
          </a:p>
          <a:p>
            <a:pPr marL="0" indent="0">
              <a:buNone/>
            </a:pPr>
            <a:endParaRPr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700" b="1" dirty="0">
                <a:latin typeface="Times New Roman" pitchFamily="18" charset="0"/>
                <a:cs typeface="Times New Roman" pitchFamily="18" charset="0"/>
              </a:rPr>
              <a:t>Key Features:</a:t>
            </a:r>
          </a:p>
          <a:p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Voice command input using Speech Recognition</a:t>
            </a:r>
          </a:p>
          <a:p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Real-time speech output with pyttsx3</a:t>
            </a:r>
          </a:p>
          <a:p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PyQt5 based graphical user interface</a:t>
            </a:r>
          </a:p>
          <a:p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Microphone On/Off toggle control</a:t>
            </a:r>
          </a:p>
          <a:p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API integration for Wikipedia, time, date, and web search</a:t>
            </a:r>
          </a:p>
          <a:p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Chat box for manual text input</a:t>
            </a:r>
          </a:p>
          <a:p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AI-based response generation from backend logic</a:t>
            </a:r>
            <a:endParaRPr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Chosen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Natural Language Processing (NLP) with Rule-Based Logic</a:t>
            </a:r>
            <a:r>
              <a:rPr sz="16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Reason for Selection: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NLP allows the assistant to interpret human language and respond meaningfully.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Rule-based logic ensures reliable task execution for common commands.</a:t>
            </a:r>
          </a:p>
          <a:p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Advantages: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Easy to implement and customize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Works offline for basic commands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Efficient and lightweight for local execution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Speech Recognition Module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– Converts user voice to 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Text-to-Speech Module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– Converts response text into speech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Command Processing Module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– Identifies and executes commands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GUI Module (PyQt5)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– Provides a user-friendly interface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Chat Interaction Module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– Allows text-based chat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Microphone Controller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– Toggles voice input on/off</a:t>
            </a:r>
          </a:p>
          <a:p>
            <a:pPr marL="514350" indent="-514350"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b="1" dirty="0"/>
              <a:t>Implementation:</a:t>
            </a:r>
            <a:br>
              <a:rPr lang="en-US" sz="1400" dirty="0"/>
            </a:br>
            <a:r>
              <a:rPr lang="en-US" sz="1400" dirty="0"/>
              <a:t>Each module interacts through Python functions and libraries, ensuring modular and maintainable code.</a:t>
            </a: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Methodology:</a:t>
            </a:r>
          </a:p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Problem Analysis: Identify the need for an intelligent desktop assistant</a:t>
            </a:r>
          </a:p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Algorithm Design &amp; Coding: Develop Python logic for command handling</a:t>
            </a:r>
          </a:p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Integration: Connect GUI, speech, and logic modules</a:t>
            </a:r>
          </a:p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Testing &amp; Validation: Verify command recognition, speech accuracy, and performance.</a:t>
            </a:r>
          </a:p>
          <a:p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800" b="1" dirty="0">
                <a:latin typeface="Times New Roman" pitchFamily="18" charset="0"/>
                <a:cs typeface="Times New Roman" pitchFamily="18" charset="0"/>
              </a:rPr>
              <a:t>Results &amp; Conclusion: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AI Assistant successfully performs real-time command execution and responses.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Provides smooth speech-to-text and text-to-speech operations.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Future Scope: Integration with advanced AI models, custom datasets, and smart home systems.</a:t>
            </a:r>
            <a:endParaRPr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official documentation</a:t>
            </a:r>
          </a:p>
          <a:p>
            <a:r>
              <a:rPr lang="en-IN" dirty="0"/>
              <a:t>PyQt5 library documentation</a:t>
            </a:r>
          </a:p>
          <a:p>
            <a:r>
              <a:rPr lang="en-IN" dirty="0" err="1"/>
              <a:t>SpeechRecognition</a:t>
            </a:r>
            <a:r>
              <a:rPr lang="en-IN" dirty="0"/>
              <a:t> library</a:t>
            </a:r>
          </a:p>
          <a:p>
            <a:r>
              <a:rPr lang="en-IN" dirty="0"/>
              <a:t>pyttsx3 (Text-to-Speech) documentation</a:t>
            </a:r>
          </a:p>
          <a:p>
            <a:r>
              <a:rPr lang="en-IN" dirty="0"/>
              <a:t>OpenAI and Wikipedia APIs</a:t>
            </a:r>
          </a:p>
          <a:p>
            <a:r>
              <a:rPr lang="en-IN" dirty="0"/>
              <a:t>Stack Overflow &amp; GitHub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4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504</Words>
  <Application>Microsoft Office PowerPoint</Application>
  <PresentationFormat>On-screen Show (4:3)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Andalus</vt:lpstr>
      <vt:lpstr>Arial</vt:lpstr>
      <vt:lpstr>Calibri</vt:lpstr>
      <vt:lpstr>Times New Roman</vt:lpstr>
      <vt:lpstr>Office Theme</vt:lpstr>
      <vt:lpstr>Title of Project: AI Personal Assistant using Python and PyQt5 </vt:lpstr>
      <vt:lpstr>Introduction</vt:lpstr>
      <vt:lpstr>Algorithm Used</vt:lpstr>
      <vt:lpstr>Module </vt:lpstr>
      <vt:lpstr>Methodology &amp; Results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/>
  <cp:keywords/>
  <dc:description>generated using python-pptx</dc:description>
  <cp:lastModifiedBy>Vaibhav Katwate</cp:lastModifiedBy>
  <cp:revision>14</cp:revision>
  <dcterms:created xsi:type="dcterms:W3CDTF">2013-01-27T09:14:16Z</dcterms:created>
  <dcterms:modified xsi:type="dcterms:W3CDTF">2025-11-04T10:29:30Z</dcterms:modified>
  <cp:category/>
</cp:coreProperties>
</file>